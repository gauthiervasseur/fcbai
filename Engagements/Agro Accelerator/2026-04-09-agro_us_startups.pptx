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**U.S. Ag market intelligence and customer discovery**
2. **Pilot design and pilot negotiation support**
3. **Partner matching: distributors, integrators, growers, ecosystem players**
4. **Investor readiness, storytelling, and curated investor meetings**
5. **GTM, pricing, and export roadmap workshops**
6. **Regulatory/compliance office hours**
7. **Technical adaptation and product feedback sessions**
8. **Post-program mentorship with milestone tracking**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Profiles</dc:title>
  <dc:subject>PptxGenJS Presentation</dc:subject>
  <dc:creator>Created by Marp</dc:creator>
  <cp:lastModifiedBy>Created by Marp</cp:lastModifiedBy>
  <cp:revision>1</cp:revision>
  <dcterms:created xsi:type="dcterms:W3CDTF">2026-04-09T12:28:44Z</dcterms:created>
  <dcterms:modified xsi:type="dcterms:W3CDTF">2026-04-09T12:28:44Z</dcterms:modified>
</cp:coreProperties>
</file>