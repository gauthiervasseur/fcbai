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26" autoAdjust="0"/>
  </p:normalViewPr>
  <p:slideViewPr>
    <p:cSldViewPr>
      <p:cViewPr varScale="1">
        <p:scale>
          <a:sx n="80" d="100"/>
          <a:sy n="80" d="100"/>
        </p:scale>
        <p:origin x="472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1577031" y="3063442"/>
            <a:ext cx="8842721" cy="4160117"/>
          </a:xfrm>
          <a:custGeom>
            <a:avLst/>
            <a:gdLst/>
            <a:ahLst/>
            <a:cxnLst/>
            <a:rect l="l" t="t" r="r" b="b"/>
            <a:pathLst>
              <a:path w="8842721" h="4160117">
                <a:moveTo>
                  <a:pt x="0" y="0"/>
                </a:moveTo>
                <a:lnTo>
                  <a:pt x="8842721" y="0"/>
                </a:lnTo>
                <a:lnTo>
                  <a:pt x="8842721" y="4160116"/>
                </a:lnTo>
                <a:lnTo>
                  <a:pt x="0" y="416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01" r="-48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2539" y="-168483"/>
            <a:ext cx="18691051" cy="10623967"/>
            <a:chOff x="0" y="0"/>
            <a:chExt cx="24921401" cy="14165289"/>
          </a:xfrm>
        </p:grpSpPr>
        <p:sp>
          <p:nvSpPr>
            <p:cNvPr id="3" name="Freeform 3"/>
            <p:cNvSpPr/>
            <p:nvPr/>
          </p:nvSpPr>
          <p:spPr>
            <a:xfrm>
              <a:off x="19439" y="19620"/>
              <a:ext cx="24882523" cy="14126050"/>
            </a:xfrm>
            <a:custGeom>
              <a:avLst/>
              <a:gdLst/>
              <a:ahLst/>
              <a:cxnLst/>
              <a:rect l="l" t="t" r="r" b="b"/>
              <a:pathLst>
                <a:path w="24882523" h="14126050">
                  <a:moveTo>
                    <a:pt x="0" y="0"/>
                  </a:moveTo>
                  <a:lnTo>
                    <a:pt x="24882523" y="0"/>
                  </a:lnTo>
                  <a:lnTo>
                    <a:pt x="24882523" y="14126050"/>
                  </a:lnTo>
                  <a:lnTo>
                    <a:pt x="0" y="14126050"/>
                  </a:lnTo>
                  <a:close/>
                </a:path>
              </a:pathLst>
            </a:custGeom>
            <a:solidFill>
              <a:srgbClr val="00267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921401" cy="14165289"/>
            </a:xfrm>
            <a:custGeom>
              <a:avLst/>
              <a:gdLst/>
              <a:ahLst/>
              <a:cxnLst/>
              <a:rect l="l" t="t" r="r" b="b"/>
              <a:pathLst>
                <a:path w="24921401" h="14165289">
                  <a:moveTo>
                    <a:pt x="19439" y="0"/>
                  </a:moveTo>
                  <a:lnTo>
                    <a:pt x="24901962" y="0"/>
                  </a:lnTo>
                  <a:cubicBezTo>
                    <a:pt x="24912718" y="0"/>
                    <a:pt x="24921401" y="8763"/>
                    <a:pt x="24921401" y="19620"/>
                  </a:cubicBezTo>
                  <a:lnTo>
                    <a:pt x="24921401" y="14145670"/>
                  </a:lnTo>
                  <a:cubicBezTo>
                    <a:pt x="24921401" y="14156525"/>
                    <a:pt x="24912718" y="14165289"/>
                    <a:pt x="24901962" y="14165289"/>
                  </a:cubicBezTo>
                  <a:lnTo>
                    <a:pt x="19439" y="14165289"/>
                  </a:lnTo>
                  <a:cubicBezTo>
                    <a:pt x="8683" y="14165289"/>
                    <a:pt x="0" y="14156525"/>
                    <a:pt x="0" y="14145670"/>
                  </a:cubicBezTo>
                  <a:lnTo>
                    <a:pt x="0" y="19620"/>
                  </a:lnTo>
                  <a:cubicBezTo>
                    <a:pt x="0" y="8763"/>
                    <a:pt x="8683" y="0"/>
                    <a:pt x="19439" y="0"/>
                  </a:cubicBezTo>
                  <a:moveTo>
                    <a:pt x="19439" y="39239"/>
                  </a:moveTo>
                  <a:lnTo>
                    <a:pt x="19439" y="19620"/>
                  </a:lnTo>
                  <a:lnTo>
                    <a:pt x="38879" y="19620"/>
                  </a:lnTo>
                  <a:lnTo>
                    <a:pt x="38879" y="14145670"/>
                  </a:lnTo>
                  <a:lnTo>
                    <a:pt x="19439" y="14145670"/>
                  </a:lnTo>
                  <a:lnTo>
                    <a:pt x="19439" y="14126049"/>
                  </a:lnTo>
                  <a:lnTo>
                    <a:pt x="24901962" y="14126049"/>
                  </a:lnTo>
                  <a:lnTo>
                    <a:pt x="24901962" y="14145670"/>
                  </a:lnTo>
                  <a:lnTo>
                    <a:pt x="24882522" y="14145670"/>
                  </a:lnTo>
                  <a:lnTo>
                    <a:pt x="24882522" y="19620"/>
                  </a:lnTo>
                  <a:lnTo>
                    <a:pt x="24901962" y="19620"/>
                  </a:lnTo>
                  <a:lnTo>
                    <a:pt x="24901962" y="39239"/>
                  </a:lnTo>
                  <a:lnTo>
                    <a:pt x="19439" y="39239"/>
                  </a:lnTo>
                  <a:close/>
                </a:path>
              </a:pathLst>
            </a:custGeom>
            <a:solidFill>
              <a:srgbClr val="04243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-2341302" y="3063442"/>
            <a:ext cx="8842721" cy="4160117"/>
          </a:xfrm>
          <a:custGeom>
            <a:avLst/>
            <a:gdLst/>
            <a:ahLst/>
            <a:cxnLst/>
            <a:rect l="l" t="t" r="r" b="b"/>
            <a:pathLst>
              <a:path w="8842721" h="4160117">
                <a:moveTo>
                  <a:pt x="0" y="0"/>
                </a:moveTo>
                <a:lnTo>
                  <a:pt x="8842721" y="0"/>
                </a:lnTo>
                <a:lnTo>
                  <a:pt x="8842721" y="4160116"/>
                </a:lnTo>
                <a:lnTo>
                  <a:pt x="0" y="416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01" r="-48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2539" y="-190511"/>
            <a:ext cx="18735107" cy="10668023"/>
            <a:chOff x="0" y="0"/>
            <a:chExt cx="24980142" cy="14224030"/>
          </a:xfrm>
        </p:grpSpPr>
        <p:sp>
          <p:nvSpPr>
            <p:cNvPr id="3" name="Freeform 3"/>
            <p:cNvSpPr/>
            <p:nvPr/>
          </p:nvSpPr>
          <p:spPr>
            <a:xfrm>
              <a:off x="19485" y="19701"/>
              <a:ext cx="24941173" cy="14184629"/>
            </a:xfrm>
            <a:custGeom>
              <a:avLst/>
              <a:gdLst/>
              <a:ahLst/>
              <a:cxnLst/>
              <a:rect l="l" t="t" r="r" b="b"/>
              <a:pathLst>
                <a:path w="24941173" h="14184629">
                  <a:moveTo>
                    <a:pt x="0" y="0"/>
                  </a:moveTo>
                  <a:lnTo>
                    <a:pt x="24941173" y="0"/>
                  </a:lnTo>
                  <a:lnTo>
                    <a:pt x="24941173" y="14184629"/>
                  </a:lnTo>
                  <a:lnTo>
                    <a:pt x="0" y="14184629"/>
                  </a:lnTo>
                  <a:close/>
                </a:path>
              </a:pathLst>
            </a:custGeom>
            <a:solidFill>
              <a:srgbClr val="FDB515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980142" cy="14224031"/>
            </a:xfrm>
            <a:custGeom>
              <a:avLst/>
              <a:gdLst/>
              <a:ahLst/>
              <a:cxnLst/>
              <a:rect l="l" t="t" r="r" b="b"/>
              <a:pathLst>
                <a:path w="24980142" h="14224031">
                  <a:moveTo>
                    <a:pt x="19485" y="0"/>
                  </a:moveTo>
                  <a:lnTo>
                    <a:pt x="24960658" y="0"/>
                  </a:lnTo>
                  <a:cubicBezTo>
                    <a:pt x="24971439" y="0"/>
                    <a:pt x="24980142" y="8800"/>
                    <a:pt x="24980142" y="19701"/>
                  </a:cubicBezTo>
                  <a:lnTo>
                    <a:pt x="24980142" y="14204330"/>
                  </a:lnTo>
                  <a:cubicBezTo>
                    <a:pt x="24980142" y="14215230"/>
                    <a:pt x="24971439" y="14224031"/>
                    <a:pt x="24960658" y="14224031"/>
                  </a:cubicBezTo>
                  <a:lnTo>
                    <a:pt x="19485" y="14224031"/>
                  </a:lnTo>
                  <a:cubicBezTo>
                    <a:pt x="8703" y="14224031"/>
                    <a:pt x="0" y="14215230"/>
                    <a:pt x="0" y="14204330"/>
                  </a:cubicBezTo>
                  <a:lnTo>
                    <a:pt x="0" y="19701"/>
                  </a:lnTo>
                  <a:cubicBezTo>
                    <a:pt x="0" y="8800"/>
                    <a:pt x="8703" y="0"/>
                    <a:pt x="19485" y="0"/>
                  </a:cubicBezTo>
                  <a:moveTo>
                    <a:pt x="19485" y="39402"/>
                  </a:moveTo>
                  <a:lnTo>
                    <a:pt x="19485" y="19701"/>
                  </a:lnTo>
                  <a:lnTo>
                    <a:pt x="38971" y="19701"/>
                  </a:lnTo>
                  <a:lnTo>
                    <a:pt x="38971" y="14204330"/>
                  </a:lnTo>
                  <a:lnTo>
                    <a:pt x="19485" y="14204330"/>
                  </a:lnTo>
                  <a:lnTo>
                    <a:pt x="19485" y="14184629"/>
                  </a:lnTo>
                  <a:lnTo>
                    <a:pt x="24960658" y="14184629"/>
                  </a:lnTo>
                  <a:lnTo>
                    <a:pt x="24960658" y="14204330"/>
                  </a:lnTo>
                  <a:lnTo>
                    <a:pt x="24941172" y="14204330"/>
                  </a:lnTo>
                  <a:lnTo>
                    <a:pt x="24941172" y="19701"/>
                  </a:lnTo>
                  <a:lnTo>
                    <a:pt x="24960658" y="19701"/>
                  </a:lnTo>
                  <a:lnTo>
                    <a:pt x="24960658" y="39402"/>
                  </a:lnTo>
                  <a:lnTo>
                    <a:pt x="19485" y="39402"/>
                  </a:lnTo>
                  <a:close/>
                </a:path>
              </a:pathLst>
            </a:custGeom>
            <a:solidFill>
              <a:srgbClr val="04243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-2341302" y="3063442"/>
            <a:ext cx="8842721" cy="4160117"/>
          </a:xfrm>
          <a:custGeom>
            <a:avLst/>
            <a:gdLst/>
            <a:ahLst/>
            <a:cxnLst/>
            <a:rect l="l" t="t" r="r" b="b"/>
            <a:pathLst>
              <a:path w="8842721" h="4160117">
                <a:moveTo>
                  <a:pt x="0" y="0"/>
                </a:moveTo>
                <a:lnTo>
                  <a:pt x="8842721" y="0"/>
                </a:lnTo>
                <a:lnTo>
                  <a:pt x="8842721" y="4160116"/>
                </a:lnTo>
                <a:lnTo>
                  <a:pt x="0" y="416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01" r="-48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8483" y="-168483"/>
            <a:ext cx="18669023" cy="10668023"/>
            <a:chOff x="0" y="0"/>
            <a:chExt cx="24892030" cy="1422403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19417" y="19701"/>
              <a:ext cx="24853197" cy="14184629"/>
            </a:xfrm>
            <a:custGeom>
              <a:avLst/>
              <a:gdLst/>
              <a:ahLst/>
              <a:cxnLst/>
              <a:rect l="l" t="t" r="r" b="b"/>
              <a:pathLst>
                <a:path w="24853197" h="14184629">
                  <a:moveTo>
                    <a:pt x="0" y="0"/>
                  </a:moveTo>
                  <a:lnTo>
                    <a:pt x="24853197" y="0"/>
                  </a:lnTo>
                  <a:lnTo>
                    <a:pt x="24853197" y="14184629"/>
                  </a:lnTo>
                  <a:lnTo>
                    <a:pt x="0" y="14184629"/>
                  </a:lnTo>
                  <a:close/>
                </a:path>
              </a:pathLst>
            </a:custGeom>
            <a:grpFill/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892031" cy="14224031"/>
            </a:xfrm>
            <a:custGeom>
              <a:avLst/>
              <a:gdLst/>
              <a:ahLst/>
              <a:cxnLst/>
              <a:rect l="l" t="t" r="r" b="b"/>
              <a:pathLst>
                <a:path w="24892031" h="14224031">
                  <a:moveTo>
                    <a:pt x="19417" y="0"/>
                  </a:moveTo>
                  <a:lnTo>
                    <a:pt x="24872614" y="0"/>
                  </a:lnTo>
                  <a:cubicBezTo>
                    <a:pt x="24883357" y="0"/>
                    <a:pt x="24892031" y="8800"/>
                    <a:pt x="24892031" y="19701"/>
                  </a:cubicBezTo>
                  <a:lnTo>
                    <a:pt x="24892031" y="14204330"/>
                  </a:lnTo>
                  <a:cubicBezTo>
                    <a:pt x="24892031" y="14215230"/>
                    <a:pt x="24883357" y="14224031"/>
                    <a:pt x="24872614" y="14224031"/>
                  </a:cubicBezTo>
                  <a:lnTo>
                    <a:pt x="19417" y="14224031"/>
                  </a:lnTo>
                  <a:cubicBezTo>
                    <a:pt x="8673" y="14224031"/>
                    <a:pt x="0" y="14215230"/>
                    <a:pt x="0" y="14204330"/>
                  </a:cubicBezTo>
                  <a:lnTo>
                    <a:pt x="0" y="19701"/>
                  </a:lnTo>
                  <a:cubicBezTo>
                    <a:pt x="0" y="8800"/>
                    <a:pt x="8673" y="0"/>
                    <a:pt x="19417" y="0"/>
                  </a:cubicBezTo>
                  <a:moveTo>
                    <a:pt x="19417" y="39402"/>
                  </a:moveTo>
                  <a:lnTo>
                    <a:pt x="19417" y="19701"/>
                  </a:lnTo>
                  <a:lnTo>
                    <a:pt x="38833" y="19701"/>
                  </a:lnTo>
                  <a:lnTo>
                    <a:pt x="38833" y="14204330"/>
                  </a:lnTo>
                  <a:lnTo>
                    <a:pt x="19417" y="14204330"/>
                  </a:lnTo>
                  <a:lnTo>
                    <a:pt x="19417" y="14184629"/>
                  </a:lnTo>
                  <a:lnTo>
                    <a:pt x="24872614" y="14184629"/>
                  </a:lnTo>
                  <a:lnTo>
                    <a:pt x="24872614" y="14204330"/>
                  </a:lnTo>
                  <a:lnTo>
                    <a:pt x="24853198" y="14204330"/>
                  </a:lnTo>
                  <a:lnTo>
                    <a:pt x="24853198" y="19701"/>
                  </a:lnTo>
                  <a:lnTo>
                    <a:pt x="24872614" y="19701"/>
                  </a:lnTo>
                  <a:lnTo>
                    <a:pt x="24872614" y="39402"/>
                  </a:lnTo>
                  <a:lnTo>
                    <a:pt x="19417" y="39402"/>
                  </a:lnTo>
                  <a:close/>
                </a:path>
              </a:pathLst>
            </a:custGeom>
            <a:grpFill/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-2341302" y="3063442"/>
            <a:ext cx="8842721" cy="4160117"/>
          </a:xfrm>
          <a:custGeom>
            <a:avLst/>
            <a:gdLst/>
            <a:ahLst/>
            <a:cxnLst/>
            <a:rect l="l" t="t" r="r" b="b"/>
            <a:pathLst>
              <a:path w="8842721" h="4160117">
                <a:moveTo>
                  <a:pt x="0" y="0"/>
                </a:moveTo>
                <a:lnTo>
                  <a:pt x="8842721" y="0"/>
                </a:lnTo>
                <a:lnTo>
                  <a:pt x="8842721" y="4160116"/>
                </a:lnTo>
                <a:lnTo>
                  <a:pt x="0" y="416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01" r="-48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5645" y="-175648"/>
            <a:ext cx="18850235" cy="10851411"/>
            <a:chOff x="0" y="0"/>
            <a:chExt cx="24746551" cy="14245711"/>
          </a:xfrm>
        </p:grpSpPr>
        <p:sp>
          <p:nvSpPr>
            <p:cNvPr id="3" name="Freeform 3"/>
            <p:cNvSpPr/>
            <p:nvPr/>
          </p:nvSpPr>
          <p:spPr>
            <a:xfrm>
              <a:off x="19303" y="19731"/>
              <a:ext cx="24707946" cy="14206249"/>
            </a:xfrm>
            <a:custGeom>
              <a:avLst/>
              <a:gdLst/>
              <a:ahLst/>
              <a:cxnLst/>
              <a:rect l="l" t="t" r="r" b="b"/>
              <a:pathLst>
                <a:path w="24707946" h="14206249">
                  <a:moveTo>
                    <a:pt x="0" y="0"/>
                  </a:moveTo>
                  <a:lnTo>
                    <a:pt x="24707946" y="0"/>
                  </a:lnTo>
                  <a:lnTo>
                    <a:pt x="24707946" y="14206249"/>
                  </a:lnTo>
                  <a:lnTo>
                    <a:pt x="0" y="14206249"/>
                  </a:lnTo>
                  <a:close/>
                </a:path>
              </a:pathLst>
            </a:custGeom>
            <a:solidFill>
              <a:srgbClr val="EAEA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746552" cy="14245710"/>
            </a:xfrm>
            <a:custGeom>
              <a:avLst/>
              <a:gdLst/>
              <a:ahLst/>
              <a:cxnLst/>
              <a:rect l="l" t="t" r="r" b="b"/>
              <a:pathLst>
                <a:path w="24746552" h="14245710">
                  <a:moveTo>
                    <a:pt x="19303" y="0"/>
                  </a:moveTo>
                  <a:lnTo>
                    <a:pt x="24727249" y="0"/>
                  </a:lnTo>
                  <a:cubicBezTo>
                    <a:pt x="24737929" y="0"/>
                    <a:pt x="24746552" y="8813"/>
                    <a:pt x="24746552" y="19731"/>
                  </a:cubicBezTo>
                  <a:lnTo>
                    <a:pt x="24746552" y="14225980"/>
                  </a:lnTo>
                  <a:cubicBezTo>
                    <a:pt x="24746552" y="14236897"/>
                    <a:pt x="24737929" y="14245710"/>
                    <a:pt x="24727249" y="14245710"/>
                  </a:cubicBezTo>
                  <a:lnTo>
                    <a:pt x="19303" y="14245710"/>
                  </a:lnTo>
                  <a:cubicBezTo>
                    <a:pt x="8622" y="14245710"/>
                    <a:pt x="0" y="14236897"/>
                    <a:pt x="0" y="14225980"/>
                  </a:cubicBezTo>
                  <a:lnTo>
                    <a:pt x="0" y="19731"/>
                  </a:lnTo>
                  <a:cubicBezTo>
                    <a:pt x="0" y="8813"/>
                    <a:pt x="8622" y="0"/>
                    <a:pt x="19303" y="0"/>
                  </a:cubicBezTo>
                  <a:moveTo>
                    <a:pt x="19303" y="39462"/>
                  </a:moveTo>
                  <a:lnTo>
                    <a:pt x="19303" y="19731"/>
                  </a:lnTo>
                  <a:lnTo>
                    <a:pt x="38606" y="19731"/>
                  </a:lnTo>
                  <a:lnTo>
                    <a:pt x="38606" y="14225980"/>
                  </a:lnTo>
                  <a:lnTo>
                    <a:pt x="19303" y="14225980"/>
                  </a:lnTo>
                  <a:lnTo>
                    <a:pt x="19303" y="14206249"/>
                  </a:lnTo>
                  <a:lnTo>
                    <a:pt x="24727249" y="14206249"/>
                  </a:lnTo>
                  <a:lnTo>
                    <a:pt x="24727249" y="14225980"/>
                  </a:lnTo>
                  <a:lnTo>
                    <a:pt x="24707945" y="14225980"/>
                  </a:lnTo>
                  <a:lnTo>
                    <a:pt x="24707945" y="19731"/>
                  </a:lnTo>
                  <a:lnTo>
                    <a:pt x="24727249" y="19731"/>
                  </a:lnTo>
                  <a:lnTo>
                    <a:pt x="24727249" y="39462"/>
                  </a:lnTo>
                  <a:lnTo>
                    <a:pt x="19303" y="39462"/>
                  </a:lnTo>
                  <a:close/>
                </a:path>
              </a:pathLst>
            </a:custGeom>
            <a:solidFill>
              <a:srgbClr val="04243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4722639" y="3063442"/>
            <a:ext cx="8842721" cy="4160117"/>
          </a:xfrm>
          <a:custGeom>
            <a:avLst/>
            <a:gdLst/>
            <a:ahLst/>
            <a:cxnLst/>
            <a:rect l="l" t="t" r="r" b="b"/>
            <a:pathLst>
              <a:path w="8842721" h="4160117">
                <a:moveTo>
                  <a:pt x="0" y="0"/>
                </a:moveTo>
                <a:lnTo>
                  <a:pt x="8842722" y="0"/>
                </a:lnTo>
                <a:lnTo>
                  <a:pt x="8842722" y="4160116"/>
                </a:lnTo>
                <a:lnTo>
                  <a:pt x="0" y="416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01" r="-48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3083" y="-75559"/>
            <a:ext cx="18646039" cy="10501123"/>
            <a:chOff x="0" y="0"/>
            <a:chExt cx="24422100" cy="13754100"/>
          </a:xfrm>
        </p:grpSpPr>
        <p:sp>
          <p:nvSpPr>
            <p:cNvPr id="3" name="Freeform 3"/>
            <p:cNvSpPr/>
            <p:nvPr/>
          </p:nvSpPr>
          <p:spPr>
            <a:xfrm>
              <a:off x="19050" y="1905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267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22100" cy="13754100"/>
            </a:xfrm>
            <a:custGeom>
              <a:avLst/>
              <a:gdLst/>
              <a:ahLst/>
              <a:cxnLst/>
              <a:rect l="l" t="t" r="r" b="b"/>
              <a:pathLst>
                <a:path w="24422100" h="13754100">
                  <a:moveTo>
                    <a:pt x="19050" y="0"/>
                  </a:moveTo>
                  <a:lnTo>
                    <a:pt x="24403050" y="0"/>
                  </a:lnTo>
                  <a:cubicBezTo>
                    <a:pt x="24413590" y="0"/>
                    <a:pt x="24422100" y="8509"/>
                    <a:pt x="24422100" y="19050"/>
                  </a:cubicBezTo>
                  <a:lnTo>
                    <a:pt x="24422100" y="13735050"/>
                  </a:lnTo>
                  <a:cubicBezTo>
                    <a:pt x="24422100" y="13745590"/>
                    <a:pt x="24413590" y="13754100"/>
                    <a:pt x="24403050" y="13754100"/>
                  </a:cubicBezTo>
                  <a:lnTo>
                    <a:pt x="19050" y="13754100"/>
                  </a:lnTo>
                  <a:cubicBezTo>
                    <a:pt x="8509" y="13754100"/>
                    <a:pt x="0" y="13745590"/>
                    <a:pt x="0" y="1373505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3735050"/>
                  </a:lnTo>
                  <a:lnTo>
                    <a:pt x="19050" y="13735050"/>
                  </a:lnTo>
                  <a:lnTo>
                    <a:pt x="19050" y="13716000"/>
                  </a:lnTo>
                  <a:lnTo>
                    <a:pt x="24403050" y="13716000"/>
                  </a:lnTo>
                  <a:lnTo>
                    <a:pt x="24403050" y="13735050"/>
                  </a:lnTo>
                  <a:lnTo>
                    <a:pt x="24384000" y="13735050"/>
                  </a:lnTo>
                  <a:lnTo>
                    <a:pt x="24384000" y="19050"/>
                  </a:lnTo>
                  <a:lnTo>
                    <a:pt x="24403050" y="19050"/>
                  </a:lnTo>
                  <a:lnTo>
                    <a:pt x="244030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4243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4722639" y="3063442"/>
            <a:ext cx="8842721" cy="4160117"/>
          </a:xfrm>
          <a:custGeom>
            <a:avLst/>
            <a:gdLst/>
            <a:ahLst/>
            <a:cxnLst/>
            <a:rect l="l" t="t" r="r" b="b"/>
            <a:pathLst>
              <a:path w="8842721" h="4160117">
                <a:moveTo>
                  <a:pt x="0" y="0"/>
                </a:moveTo>
                <a:lnTo>
                  <a:pt x="8842722" y="0"/>
                </a:lnTo>
                <a:lnTo>
                  <a:pt x="8842722" y="4160116"/>
                </a:lnTo>
                <a:lnTo>
                  <a:pt x="0" y="416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01" r="-48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3338" y="-198252"/>
            <a:ext cx="18476689" cy="10675763"/>
            <a:chOff x="0" y="0"/>
            <a:chExt cx="24422100" cy="14111000"/>
          </a:xfrm>
        </p:grpSpPr>
        <p:sp>
          <p:nvSpPr>
            <p:cNvPr id="3" name="Freeform 3"/>
            <p:cNvSpPr/>
            <p:nvPr/>
          </p:nvSpPr>
          <p:spPr>
            <a:xfrm>
              <a:off x="19050" y="19544"/>
              <a:ext cx="24384000" cy="14071912"/>
            </a:xfrm>
            <a:custGeom>
              <a:avLst/>
              <a:gdLst/>
              <a:ahLst/>
              <a:cxnLst/>
              <a:rect l="l" t="t" r="r" b="b"/>
              <a:pathLst>
                <a:path w="24384000" h="14071912">
                  <a:moveTo>
                    <a:pt x="0" y="0"/>
                  </a:moveTo>
                  <a:lnTo>
                    <a:pt x="24384000" y="0"/>
                  </a:lnTo>
                  <a:lnTo>
                    <a:pt x="24384000" y="14071912"/>
                  </a:lnTo>
                  <a:lnTo>
                    <a:pt x="0" y="14071912"/>
                  </a:lnTo>
                  <a:close/>
                </a:path>
              </a:pathLst>
            </a:custGeom>
            <a:solidFill>
              <a:srgbClr val="EAEA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22100" cy="14111001"/>
            </a:xfrm>
            <a:custGeom>
              <a:avLst/>
              <a:gdLst/>
              <a:ahLst/>
              <a:cxnLst/>
              <a:rect l="l" t="t" r="r" b="b"/>
              <a:pathLst>
                <a:path w="24422100" h="14111001">
                  <a:moveTo>
                    <a:pt x="19050" y="0"/>
                  </a:moveTo>
                  <a:lnTo>
                    <a:pt x="24403050" y="0"/>
                  </a:lnTo>
                  <a:cubicBezTo>
                    <a:pt x="24413590" y="0"/>
                    <a:pt x="24422100" y="8730"/>
                    <a:pt x="24422100" y="19544"/>
                  </a:cubicBezTo>
                  <a:lnTo>
                    <a:pt x="24422100" y="14091456"/>
                  </a:lnTo>
                  <a:cubicBezTo>
                    <a:pt x="24422100" y="14102269"/>
                    <a:pt x="24413590" y="14111001"/>
                    <a:pt x="24403050" y="14111001"/>
                  </a:cubicBezTo>
                  <a:lnTo>
                    <a:pt x="19050" y="14111001"/>
                  </a:lnTo>
                  <a:cubicBezTo>
                    <a:pt x="8509" y="14111001"/>
                    <a:pt x="0" y="14102269"/>
                    <a:pt x="0" y="14091456"/>
                  </a:cubicBezTo>
                  <a:lnTo>
                    <a:pt x="0" y="19544"/>
                  </a:lnTo>
                  <a:cubicBezTo>
                    <a:pt x="0" y="8730"/>
                    <a:pt x="8509" y="0"/>
                    <a:pt x="19050" y="0"/>
                  </a:cubicBezTo>
                  <a:moveTo>
                    <a:pt x="19050" y="39089"/>
                  </a:moveTo>
                  <a:lnTo>
                    <a:pt x="19050" y="19544"/>
                  </a:lnTo>
                  <a:lnTo>
                    <a:pt x="38100" y="19544"/>
                  </a:lnTo>
                  <a:lnTo>
                    <a:pt x="38100" y="14091456"/>
                  </a:lnTo>
                  <a:lnTo>
                    <a:pt x="19050" y="14091456"/>
                  </a:lnTo>
                  <a:lnTo>
                    <a:pt x="19050" y="14071912"/>
                  </a:lnTo>
                  <a:lnTo>
                    <a:pt x="24403050" y="14071912"/>
                  </a:lnTo>
                  <a:lnTo>
                    <a:pt x="24403050" y="14091456"/>
                  </a:lnTo>
                  <a:lnTo>
                    <a:pt x="24384000" y="14091456"/>
                  </a:lnTo>
                  <a:lnTo>
                    <a:pt x="24384000" y="19544"/>
                  </a:lnTo>
                  <a:lnTo>
                    <a:pt x="24403050" y="19544"/>
                  </a:lnTo>
                  <a:lnTo>
                    <a:pt x="24403050" y="39089"/>
                  </a:lnTo>
                  <a:lnTo>
                    <a:pt x="19050" y="39089"/>
                  </a:lnTo>
                  <a:close/>
                </a:path>
              </a:pathLst>
            </a:custGeom>
            <a:solidFill>
              <a:srgbClr val="04243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4722639" y="3063442"/>
            <a:ext cx="8842721" cy="4160117"/>
          </a:xfrm>
          <a:custGeom>
            <a:avLst/>
            <a:gdLst/>
            <a:ahLst/>
            <a:cxnLst/>
            <a:rect l="l" t="t" r="r" b="b"/>
            <a:pathLst>
              <a:path w="8842721" h="4160117">
                <a:moveTo>
                  <a:pt x="0" y="0"/>
                </a:moveTo>
                <a:lnTo>
                  <a:pt x="8842722" y="0"/>
                </a:lnTo>
                <a:lnTo>
                  <a:pt x="8842722" y="4160116"/>
                </a:lnTo>
                <a:lnTo>
                  <a:pt x="0" y="416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01" r="-48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8623" y="-146455"/>
            <a:ext cx="18713079" cy="10645995"/>
            <a:chOff x="0" y="0"/>
            <a:chExt cx="24950772" cy="14194660"/>
          </a:xfrm>
        </p:grpSpPr>
        <p:sp>
          <p:nvSpPr>
            <p:cNvPr id="3" name="Freeform 3"/>
            <p:cNvSpPr/>
            <p:nvPr/>
          </p:nvSpPr>
          <p:spPr>
            <a:xfrm>
              <a:off x="19462" y="19660"/>
              <a:ext cx="24911847" cy="14155340"/>
            </a:xfrm>
            <a:custGeom>
              <a:avLst/>
              <a:gdLst/>
              <a:ahLst/>
              <a:cxnLst/>
              <a:rect l="l" t="t" r="r" b="b"/>
              <a:pathLst>
                <a:path w="24911847" h="14155340">
                  <a:moveTo>
                    <a:pt x="0" y="0"/>
                  </a:moveTo>
                  <a:lnTo>
                    <a:pt x="24911847" y="0"/>
                  </a:lnTo>
                  <a:lnTo>
                    <a:pt x="24911847" y="14155340"/>
                  </a:lnTo>
                  <a:lnTo>
                    <a:pt x="0" y="14155340"/>
                  </a:lnTo>
                  <a:close/>
                </a:path>
              </a:pathLst>
            </a:custGeom>
            <a:solidFill>
              <a:srgbClr val="00267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950772" cy="14194659"/>
            </a:xfrm>
            <a:custGeom>
              <a:avLst/>
              <a:gdLst/>
              <a:ahLst/>
              <a:cxnLst/>
              <a:rect l="l" t="t" r="r" b="b"/>
              <a:pathLst>
                <a:path w="24950772" h="14194659">
                  <a:moveTo>
                    <a:pt x="19462" y="0"/>
                  </a:moveTo>
                  <a:lnTo>
                    <a:pt x="24931309" y="0"/>
                  </a:lnTo>
                  <a:cubicBezTo>
                    <a:pt x="24942078" y="0"/>
                    <a:pt x="24950772" y="8782"/>
                    <a:pt x="24950772" y="19660"/>
                  </a:cubicBezTo>
                  <a:lnTo>
                    <a:pt x="24950772" y="14175000"/>
                  </a:lnTo>
                  <a:cubicBezTo>
                    <a:pt x="24950772" y="14185878"/>
                    <a:pt x="24942078" y="14194659"/>
                    <a:pt x="24931309" y="14194659"/>
                  </a:cubicBezTo>
                  <a:lnTo>
                    <a:pt x="19462" y="14194659"/>
                  </a:lnTo>
                  <a:cubicBezTo>
                    <a:pt x="8693" y="14194659"/>
                    <a:pt x="0" y="14185878"/>
                    <a:pt x="0" y="14175000"/>
                  </a:cubicBezTo>
                  <a:lnTo>
                    <a:pt x="0" y="19660"/>
                  </a:lnTo>
                  <a:cubicBezTo>
                    <a:pt x="0" y="8782"/>
                    <a:pt x="8693" y="0"/>
                    <a:pt x="19462" y="0"/>
                  </a:cubicBezTo>
                  <a:moveTo>
                    <a:pt x="19462" y="39320"/>
                  </a:moveTo>
                  <a:lnTo>
                    <a:pt x="19462" y="19660"/>
                  </a:lnTo>
                  <a:lnTo>
                    <a:pt x="38925" y="19660"/>
                  </a:lnTo>
                  <a:lnTo>
                    <a:pt x="38925" y="14175000"/>
                  </a:lnTo>
                  <a:lnTo>
                    <a:pt x="19462" y="14175000"/>
                  </a:lnTo>
                  <a:lnTo>
                    <a:pt x="19462" y="14155339"/>
                  </a:lnTo>
                  <a:lnTo>
                    <a:pt x="24931309" y="14155339"/>
                  </a:lnTo>
                  <a:lnTo>
                    <a:pt x="24931309" y="14175000"/>
                  </a:lnTo>
                  <a:lnTo>
                    <a:pt x="24911847" y="14175000"/>
                  </a:lnTo>
                  <a:lnTo>
                    <a:pt x="24911847" y="19660"/>
                  </a:lnTo>
                  <a:lnTo>
                    <a:pt x="24931309" y="19660"/>
                  </a:lnTo>
                  <a:lnTo>
                    <a:pt x="24931309" y="39320"/>
                  </a:lnTo>
                  <a:lnTo>
                    <a:pt x="19462" y="39320"/>
                  </a:lnTo>
                  <a:close/>
                </a:path>
              </a:pathLst>
            </a:custGeom>
            <a:solidFill>
              <a:srgbClr val="04243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4722639" y="3063442"/>
            <a:ext cx="8842721" cy="4160117"/>
          </a:xfrm>
          <a:custGeom>
            <a:avLst/>
            <a:gdLst/>
            <a:ahLst/>
            <a:cxnLst/>
            <a:rect l="l" t="t" r="r" b="b"/>
            <a:pathLst>
              <a:path w="8842721" h="4160117">
                <a:moveTo>
                  <a:pt x="0" y="0"/>
                </a:moveTo>
                <a:lnTo>
                  <a:pt x="8842722" y="0"/>
                </a:lnTo>
                <a:lnTo>
                  <a:pt x="8842722" y="4160116"/>
                </a:lnTo>
                <a:lnTo>
                  <a:pt x="0" y="416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01" r="-48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22639" y="3063442"/>
            <a:ext cx="8842721" cy="4160117"/>
          </a:xfrm>
          <a:custGeom>
            <a:avLst/>
            <a:gdLst/>
            <a:ahLst/>
            <a:cxnLst/>
            <a:rect l="l" t="t" r="r" b="b"/>
            <a:pathLst>
              <a:path w="8842721" h="4160117">
                <a:moveTo>
                  <a:pt x="0" y="0"/>
                </a:moveTo>
                <a:lnTo>
                  <a:pt x="8842722" y="0"/>
                </a:lnTo>
                <a:lnTo>
                  <a:pt x="8842722" y="4160116"/>
                </a:lnTo>
                <a:lnTo>
                  <a:pt x="0" y="416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01" r="-48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6455" y="-168483"/>
            <a:ext cx="18580911" cy="10623967"/>
            <a:chOff x="0" y="0"/>
            <a:chExt cx="24774548" cy="14165289"/>
          </a:xfrm>
        </p:grpSpPr>
        <p:sp>
          <p:nvSpPr>
            <p:cNvPr id="3" name="Freeform 3"/>
            <p:cNvSpPr/>
            <p:nvPr/>
          </p:nvSpPr>
          <p:spPr>
            <a:xfrm>
              <a:off x="19325" y="19620"/>
              <a:ext cx="24735897" cy="14126050"/>
            </a:xfrm>
            <a:custGeom>
              <a:avLst/>
              <a:gdLst/>
              <a:ahLst/>
              <a:cxnLst/>
              <a:rect l="l" t="t" r="r" b="b"/>
              <a:pathLst>
                <a:path w="24735897" h="14126050">
                  <a:moveTo>
                    <a:pt x="0" y="0"/>
                  </a:moveTo>
                  <a:lnTo>
                    <a:pt x="24735897" y="0"/>
                  </a:lnTo>
                  <a:lnTo>
                    <a:pt x="24735897" y="14126050"/>
                  </a:lnTo>
                  <a:lnTo>
                    <a:pt x="0" y="14126050"/>
                  </a:lnTo>
                  <a:close/>
                </a:path>
              </a:pathLst>
            </a:custGeom>
            <a:solidFill>
              <a:srgbClr val="00267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774548" cy="14165289"/>
            </a:xfrm>
            <a:custGeom>
              <a:avLst/>
              <a:gdLst/>
              <a:ahLst/>
              <a:cxnLst/>
              <a:rect l="l" t="t" r="r" b="b"/>
              <a:pathLst>
                <a:path w="24774548" h="14165289">
                  <a:moveTo>
                    <a:pt x="19325" y="0"/>
                  </a:moveTo>
                  <a:lnTo>
                    <a:pt x="24755222" y="0"/>
                  </a:lnTo>
                  <a:cubicBezTo>
                    <a:pt x="24765915" y="0"/>
                    <a:pt x="24774548" y="8763"/>
                    <a:pt x="24774548" y="19620"/>
                  </a:cubicBezTo>
                  <a:lnTo>
                    <a:pt x="24774548" y="14145670"/>
                  </a:lnTo>
                  <a:cubicBezTo>
                    <a:pt x="24774548" y="14156525"/>
                    <a:pt x="24765915" y="14165289"/>
                    <a:pt x="24755222" y="14165289"/>
                  </a:cubicBezTo>
                  <a:lnTo>
                    <a:pt x="19325" y="14165289"/>
                  </a:lnTo>
                  <a:cubicBezTo>
                    <a:pt x="8632" y="14165289"/>
                    <a:pt x="0" y="14156525"/>
                    <a:pt x="0" y="14145670"/>
                  </a:cubicBezTo>
                  <a:lnTo>
                    <a:pt x="0" y="19620"/>
                  </a:lnTo>
                  <a:cubicBezTo>
                    <a:pt x="0" y="8763"/>
                    <a:pt x="8632" y="0"/>
                    <a:pt x="19325" y="0"/>
                  </a:cubicBezTo>
                  <a:moveTo>
                    <a:pt x="19325" y="39239"/>
                  </a:moveTo>
                  <a:lnTo>
                    <a:pt x="19325" y="19620"/>
                  </a:lnTo>
                  <a:lnTo>
                    <a:pt x="38650" y="19620"/>
                  </a:lnTo>
                  <a:lnTo>
                    <a:pt x="38650" y="14145670"/>
                  </a:lnTo>
                  <a:lnTo>
                    <a:pt x="19325" y="14145670"/>
                  </a:lnTo>
                  <a:lnTo>
                    <a:pt x="19325" y="14126049"/>
                  </a:lnTo>
                  <a:lnTo>
                    <a:pt x="24755222" y="14126049"/>
                  </a:lnTo>
                  <a:lnTo>
                    <a:pt x="24755222" y="14145670"/>
                  </a:lnTo>
                  <a:lnTo>
                    <a:pt x="24735898" y="14145670"/>
                  </a:lnTo>
                  <a:lnTo>
                    <a:pt x="24735898" y="19620"/>
                  </a:lnTo>
                  <a:lnTo>
                    <a:pt x="24755222" y="19620"/>
                  </a:lnTo>
                  <a:lnTo>
                    <a:pt x="24755222" y="39239"/>
                  </a:lnTo>
                  <a:lnTo>
                    <a:pt x="19325" y="39239"/>
                  </a:lnTo>
                  <a:close/>
                </a:path>
              </a:pathLst>
            </a:custGeom>
            <a:solidFill>
              <a:srgbClr val="04243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4722639" y="3063442"/>
            <a:ext cx="8842721" cy="4160117"/>
          </a:xfrm>
          <a:custGeom>
            <a:avLst/>
            <a:gdLst/>
            <a:ahLst/>
            <a:cxnLst/>
            <a:rect l="l" t="t" r="r" b="b"/>
            <a:pathLst>
              <a:path w="8842721" h="4160117">
                <a:moveTo>
                  <a:pt x="0" y="0"/>
                </a:moveTo>
                <a:lnTo>
                  <a:pt x="8842722" y="0"/>
                </a:lnTo>
                <a:lnTo>
                  <a:pt x="8842722" y="4160116"/>
                </a:lnTo>
                <a:lnTo>
                  <a:pt x="0" y="416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01" r="-48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2341302" y="3063442"/>
            <a:ext cx="8842721" cy="4160117"/>
          </a:xfrm>
          <a:custGeom>
            <a:avLst/>
            <a:gdLst/>
            <a:ahLst/>
            <a:cxnLst/>
            <a:rect l="l" t="t" r="r" b="b"/>
            <a:pathLst>
              <a:path w="8842721" h="4160117">
                <a:moveTo>
                  <a:pt x="0" y="0"/>
                </a:moveTo>
                <a:lnTo>
                  <a:pt x="8842721" y="0"/>
                </a:lnTo>
                <a:lnTo>
                  <a:pt x="8842721" y="4160116"/>
                </a:lnTo>
                <a:lnTo>
                  <a:pt x="0" y="416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01" r="-48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0511" y="-168483"/>
            <a:ext cx="18624967" cy="10645995"/>
            <a:chOff x="0" y="0"/>
            <a:chExt cx="24833289" cy="14194660"/>
          </a:xfrm>
        </p:grpSpPr>
        <p:sp>
          <p:nvSpPr>
            <p:cNvPr id="3" name="Freeform 3"/>
            <p:cNvSpPr/>
            <p:nvPr/>
          </p:nvSpPr>
          <p:spPr>
            <a:xfrm>
              <a:off x="19371" y="19660"/>
              <a:ext cx="24794547" cy="14155340"/>
            </a:xfrm>
            <a:custGeom>
              <a:avLst/>
              <a:gdLst/>
              <a:ahLst/>
              <a:cxnLst/>
              <a:rect l="l" t="t" r="r" b="b"/>
              <a:pathLst>
                <a:path w="24794547" h="14155340">
                  <a:moveTo>
                    <a:pt x="0" y="0"/>
                  </a:moveTo>
                  <a:lnTo>
                    <a:pt x="24794547" y="0"/>
                  </a:lnTo>
                  <a:lnTo>
                    <a:pt x="24794547" y="14155340"/>
                  </a:lnTo>
                  <a:lnTo>
                    <a:pt x="0" y="14155340"/>
                  </a:lnTo>
                  <a:close/>
                </a:path>
              </a:pathLst>
            </a:custGeom>
            <a:solidFill>
              <a:srgbClr val="00267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833289" cy="14194659"/>
            </a:xfrm>
            <a:custGeom>
              <a:avLst/>
              <a:gdLst/>
              <a:ahLst/>
              <a:cxnLst/>
              <a:rect l="l" t="t" r="r" b="b"/>
              <a:pathLst>
                <a:path w="24833289" h="14194659">
                  <a:moveTo>
                    <a:pt x="19371" y="0"/>
                  </a:moveTo>
                  <a:lnTo>
                    <a:pt x="24813918" y="0"/>
                  </a:lnTo>
                  <a:cubicBezTo>
                    <a:pt x="24824637" y="0"/>
                    <a:pt x="24833289" y="8782"/>
                    <a:pt x="24833289" y="19660"/>
                  </a:cubicBezTo>
                  <a:lnTo>
                    <a:pt x="24833289" y="14175000"/>
                  </a:lnTo>
                  <a:cubicBezTo>
                    <a:pt x="24833289" y="14185878"/>
                    <a:pt x="24824637" y="14194659"/>
                    <a:pt x="24813918" y="14194659"/>
                  </a:cubicBezTo>
                  <a:lnTo>
                    <a:pt x="19371" y="14194659"/>
                  </a:lnTo>
                  <a:cubicBezTo>
                    <a:pt x="8652" y="14194659"/>
                    <a:pt x="0" y="14185878"/>
                    <a:pt x="0" y="14175000"/>
                  </a:cubicBezTo>
                  <a:lnTo>
                    <a:pt x="0" y="19660"/>
                  </a:lnTo>
                  <a:cubicBezTo>
                    <a:pt x="0" y="8782"/>
                    <a:pt x="8652" y="0"/>
                    <a:pt x="19371" y="0"/>
                  </a:cubicBezTo>
                  <a:moveTo>
                    <a:pt x="19371" y="39320"/>
                  </a:moveTo>
                  <a:lnTo>
                    <a:pt x="19371" y="19660"/>
                  </a:lnTo>
                  <a:lnTo>
                    <a:pt x="38741" y="19660"/>
                  </a:lnTo>
                  <a:lnTo>
                    <a:pt x="38741" y="14175000"/>
                  </a:lnTo>
                  <a:lnTo>
                    <a:pt x="19371" y="14175000"/>
                  </a:lnTo>
                  <a:lnTo>
                    <a:pt x="19371" y="14155339"/>
                  </a:lnTo>
                  <a:lnTo>
                    <a:pt x="24813918" y="14155339"/>
                  </a:lnTo>
                  <a:lnTo>
                    <a:pt x="24813918" y="14175000"/>
                  </a:lnTo>
                  <a:lnTo>
                    <a:pt x="24794547" y="14175000"/>
                  </a:lnTo>
                  <a:lnTo>
                    <a:pt x="24794547" y="19660"/>
                  </a:lnTo>
                  <a:lnTo>
                    <a:pt x="24813918" y="19660"/>
                  </a:lnTo>
                  <a:lnTo>
                    <a:pt x="24813918" y="39320"/>
                  </a:lnTo>
                  <a:lnTo>
                    <a:pt x="19371" y="39320"/>
                  </a:lnTo>
                  <a:close/>
                </a:path>
              </a:pathLst>
            </a:custGeom>
            <a:solidFill>
              <a:srgbClr val="04243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-2341302" y="3063442"/>
            <a:ext cx="8842721" cy="4160117"/>
          </a:xfrm>
          <a:custGeom>
            <a:avLst/>
            <a:gdLst/>
            <a:ahLst/>
            <a:cxnLst/>
            <a:rect l="l" t="t" r="r" b="b"/>
            <a:pathLst>
              <a:path w="8842721" h="4160117">
                <a:moveTo>
                  <a:pt x="0" y="0"/>
                </a:moveTo>
                <a:lnTo>
                  <a:pt x="8842721" y="0"/>
                </a:lnTo>
                <a:lnTo>
                  <a:pt x="8842721" y="4160116"/>
                </a:lnTo>
                <a:lnTo>
                  <a:pt x="0" y="416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01" r="-48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1577031" y="3063442"/>
            <a:ext cx="8842721" cy="4160117"/>
          </a:xfrm>
          <a:custGeom>
            <a:avLst/>
            <a:gdLst/>
            <a:ahLst/>
            <a:cxnLst/>
            <a:rect l="l" t="t" r="r" b="b"/>
            <a:pathLst>
              <a:path w="8842721" h="4160117">
                <a:moveTo>
                  <a:pt x="0" y="0"/>
                </a:moveTo>
                <a:lnTo>
                  <a:pt x="8842721" y="0"/>
                </a:lnTo>
                <a:lnTo>
                  <a:pt x="8842721" y="4160116"/>
                </a:lnTo>
                <a:lnTo>
                  <a:pt x="0" y="416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01" r="-48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8483" y="-154196"/>
            <a:ext cx="18470771" cy="10455483"/>
            <a:chOff x="0" y="0"/>
            <a:chExt cx="24627695" cy="13940645"/>
          </a:xfrm>
        </p:grpSpPr>
        <p:sp>
          <p:nvSpPr>
            <p:cNvPr id="3" name="Freeform 3"/>
            <p:cNvSpPr/>
            <p:nvPr/>
          </p:nvSpPr>
          <p:spPr>
            <a:xfrm>
              <a:off x="19210" y="19308"/>
              <a:ext cx="24589274" cy="13902028"/>
            </a:xfrm>
            <a:custGeom>
              <a:avLst/>
              <a:gdLst/>
              <a:ahLst/>
              <a:cxnLst/>
              <a:rect l="l" t="t" r="r" b="b"/>
              <a:pathLst>
                <a:path w="24589274" h="13902028">
                  <a:moveTo>
                    <a:pt x="0" y="0"/>
                  </a:moveTo>
                  <a:lnTo>
                    <a:pt x="24589274" y="0"/>
                  </a:lnTo>
                  <a:lnTo>
                    <a:pt x="24589274" y="13902028"/>
                  </a:lnTo>
                  <a:lnTo>
                    <a:pt x="0" y="13902028"/>
                  </a:lnTo>
                  <a:close/>
                </a:path>
              </a:pathLst>
            </a:custGeom>
            <a:solidFill>
              <a:srgbClr val="00267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627695" cy="13940645"/>
            </a:xfrm>
            <a:custGeom>
              <a:avLst/>
              <a:gdLst/>
              <a:ahLst/>
              <a:cxnLst/>
              <a:rect l="l" t="t" r="r" b="b"/>
              <a:pathLst>
                <a:path w="24627695" h="13940645">
                  <a:moveTo>
                    <a:pt x="19210" y="0"/>
                  </a:moveTo>
                  <a:lnTo>
                    <a:pt x="24608484" y="0"/>
                  </a:lnTo>
                  <a:cubicBezTo>
                    <a:pt x="24619113" y="0"/>
                    <a:pt x="24627695" y="8624"/>
                    <a:pt x="24627695" y="19308"/>
                  </a:cubicBezTo>
                  <a:lnTo>
                    <a:pt x="24627695" y="13921336"/>
                  </a:lnTo>
                  <a:cubicBezTo>
                    <a:pt x="24627695" y="13932019"/>
                    <a:pt x="24619113" y="13940645"/>
                    <a:pt x="24608484" y="13940645"/>
                  </a:cubicBezTo>
                  <a:lnTo>
                    <a:pt x="19210" y="13940645"/>
                  </a:lnTo>
                  <a:cubicBezTo>
                    <a:pt x="8581" y="13940645"/>
                    <a:pt x="0" y="13932019"/>
                    <a:pt x="0" y="13921336"/>
                  </a:cubicBezTo>
                  <a:lnTo>
                    <a:pt x="0" y="19308"/>
                  </a:lnTo>
                  <a:cubicBezTo>
                    <a:pt x="0" y="8624"/>
                    <a:pt x="8581" y="0"/>
                    <a:pt x="19210" y="0"/>
                  </a:cubicBezTo>
                  <a:moveTo>
                    <a:pt x="19210" y="38617"/>
                  </a:moveTo>
                  <a:lnTo>
                    <a:pt x="19210" y="19308"/>
                  </a:lnTo>
                  <a:lnTo>
                    <a:pt x="38421" y="19308"/>
                  </a:lnTo>
                  <a:lnTo>
                    <a:pt x="38421" y="13921336"/>
                  </a:lnTo>
                  <a:lnTo>
                    <a:pt x="19210" y="13921336"/>
                  </a:lnTo>
                  <a:lnTo>
                    <a:pt x="19210" y="13902027"/>
                  </a:lnTo>
                  <a:lnTo>
                    <a:pt x="24608484" y="13902027"/>
                  </a:lnTo>
                  <a:lnTo>
                    <a:pt x="24608484" y="13921336"/>
                  </a:lnTo>
                  <a:lnTo>
                    <a:pt x="24589274" y="13921336"/>
                  </a:lnTo>
                  <a:lnTo>
                    <a:pt x="24589274" y="19308"/>
                  </a:lnTo>
                  <a:lnTo>
                    <a:pt x="24608484" y="19308"/>
                  </a:lnTo>
                  <a:lnTo>
                    <a:pt x="24608484" y="38617"/>
                  </a:lnTo>
                  <a:lnTo>
                    <a:pt x="19210" y="38617"/>
                  </a:lnTo>
                  <a:close/>
                </a:path>
              </a:pathLst>
            </a:custGeom>
            <a:solidFill>
              <a:srgbClr val="04243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11577031" y="3063442"/>
            <a:ext cx="8842721" cy="4160117"/>
          </a:xfrm>
          <a:custGeom>
            <a:avLst/>
            <a:gdLst/>
            <a:ahLst/>
            <a:cxnLst/>
            <a:rect l="l" t="t" r="r" b="b"/>
            <a:pathLst>
              <a:path w="8842721" h="4160117">
                <a:moveTo>
                  <a:pt x="0" y="0"/>
                </a:moveTo>
                <a:lnTo>
                  <a:pt x="8842721" y="0"/>
                </a:lnTo>
                <a:lnTo>
                  <a:pt x="8842721" y="4160116"/>
                </a:lnTo>
                <a:lnTo>
                  <a:pt x="0" y="416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01" r="-48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22639" y="3063442"/>
            <a:ext cx="8842721" cy="4160117"/>
          </a:xfrm>
          <a:custGeom>
            <a:avLst/>
            <a:gdLst/>
            <a:ahLst/>
            <a:cxnLst/>
            <a:rect l="l" t="t" r="r" b="b"/>
            <a:pathLst>
              <a:path w="8842721" h="4160117">
                <a:moveTo>
                  <a:pt x="0" y="0"/>
                </a:moveTo>
                <a:lnTo>
                  <a:pt x="8842722" y="0"/>
                </a:lnTo>
                <a:lnTo>
                  <a:pt x="8842722" y="4160116"/>
                </a:lnTo>
                <a:lnTo>
                  <a:pt x="0" y="416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01" r="-48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22639" y="3063442"/>
            <a:ext cx="8842721" cy="4160117"/>
          </a:xfrm>
          <a:custGeom>
            <a:avLst/>
            <a:gdLst/>
            <a:ahLst/>
            <a:cxnLst/>
            <a:rect l="l" t="t" r="r" b="b"/>
            <a:pathLst>
              <a:path w="8842721" h="4160117">
                <a:moveTo>
                  <a:pt x="0" y="0"/>
                </a:moveTo>
                <a:lnTo>
                  <a:pt x="8842722" y="0"/>
                </a:lnTo>
                <a:lnTo>
                  <a:pt x="8842722" y="4160116"/>
                </a:lnTo>
                <a:lnTo>
                  <a:pt x="0" y="416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01" r="-48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Custom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Template-FCBAi-2026-Background</dc:title>
  <cp:lastModifiedBy>Gauthier Vasseur</cp:lastModifiedBy>
  <cp:revision>2</cp:revision>
  <dcterms:created xsi:type="dcterms:W3CDTF">2006-08-16T00:00:00Z</dcterms:created>
  <dcterms:modified xsi:type="dcterms:W3CDTF">2026-01-05T22:09:30Z</dcterms:modified>
  <dc:identifier>DAG9lYV18HI</dc:identifier>
</cp:coreProperties>
</file>